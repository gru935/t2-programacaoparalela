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/mandelbr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0"/>
            <a:ext cx="45079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83080"/>
            <a:ext cx="50292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574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Paralelização do Conjunto de Mandelbrot com MPI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Coordenador/Trabalhador (SPMD)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Luiz Padilha Zamin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Sostruznik Sotero da Cunha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5989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Paralela  ·  Trabalho 2 (MPI)  ·  PUCRS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Problema: Conjunto de Mandelbrot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7665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pixel da imagem (800×600), itera-se z = z² + c até |z| &gt; 2 ou atingir MAX_ITER; o nº de iterações define a cor.</a:t>
            </a:r>
            <a:endParaRPr lang="en-US" sz="1700" dirty="0"/>
          </a:p>
          <a:p>
            <a:pPr algn="l"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pixel é irregular: pontos no interior do conjunto fazem todas as iterações; os de fora escapam cedo.</a:t>
            </a:r>
            <a:endParaRPr lang="en-US" sz="1700" dirty="0"/>
          </a:p>
          <a:p>
            <a:pPr algn="l"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Paralelização em C + MPI no modelo coordenador/trabalhador (SPMD).</a:t>
            </a:r>
            <a:endParaRPr lang="en-US" sz="1700" dirty="0"/>
          </a:p>
          <a:p>
            <a:pPr algn="l"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Saco de trabalho = linhas da imagem, distribuídas em blocos de 10 linhas.</a:t>
            </a:r>
            <a:endParaRPr lang="en-US" sz="1700" dirty="0"/>
          </a:p>
          <a:p>
            <a:pPr algn="l"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dos trabalhadores: cada um pede tarefa ao coordenador até o saco esvaziar.</a:t>
            </a:r>
            <a:endParaRPr lang="en-US" sz="1700" dirty="0"/>
          </a:p>
          <a:p>
            <a:pPr algn="l" marL="342900" indent="-3429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coordenador remonta a imagem preservando a ordem original dos blocos.</a:t>
            </a:r>
            <a:endParaRPr lang="en-US" sz="1700" dirty="0"/>
          </a:p>
        </p:txBody>
      </p:sp>
      <p:pic>
        <p:nvPicPr>
          <p:cNvPr id="4" name="Image 0" descr="/tmp/slides/mandelb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554480"/>
            <a:ext cx="3977640" cy="2980944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726680" y="46177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gerada pelo programa (região do código).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forte — Speed-up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012680" y="457200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0012680" y="457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forte</a:t>
            </a:r>
            <a:endParaRPr lang="en-US" sz="1300" dirty="0"/>
          </a:p>
        </p:txBody>
      </p:sp>
      <p:pic>
        <p:nvPicPr>
          <p:cNvPr id="5" name="Image 0" descr="/tmp/slides/chart_strong_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1143000"/>
            <a:ext cx="6821424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7150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quase linear até ~5 trabalhadores; atinge 10,7× com 15 e 20,2× com 31.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forte — Eficiência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012680" y="457200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0012680" y="457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forte</a:t>
            </a:r>
            <a:endParaRPr lang="en-US" sz="1300" dirty="0"/>
          </a:p>
        </p:txBody>
      </p:sp>
      <p:pic>
        <p:nvPicPr>
          <p:cNvPr id="5" name="Image 0" descr="/tmp/slides/chart_strong_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1143000"/>
            <a:ext cx="6821424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7150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de 0,97 (2 trab.) para 0,72 (15) e 0,65 (31): gargalo do coordenador + overhead de comunicação.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fraca — Speed-up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012680" y="457200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E8833A"/>
          </a:solidFill>
          <a:ln/>
        </p:spPr>
      </p:sp>
      <p:sp>
        <p:nvSpPr>
          <p:cNvPr id="4" name="Text 2"/>
          <p:cNvSpPr/>
          <p:nvPr/>
        </p:nvSpPr>
        <p:spPr>
          <a:xfrm>
            <a:off x="10012680" y="457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fraca</a:t>
            </a:r>
            <a:endParaRPr lang="en-US" sz="1300" dirty="0"/>
          </a:p>
        </p:txBody>
      </p:sp>
      <p:pic>
        <p:nvPicPr>
          <p:cNvPr id="5" name="Image 0" descr="/tmp/slides/chart_weak_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1143000"/>
            <a:ext cx="6821424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7150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carga crescendo junto (10000×N iterações), o speed-up alcança 20,4× com 31 trabalhadores.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fraca — Eficiência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012680" y="457200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E8833A"/>
          </a:solidFill>
          <a:ln/>
        </p:spPr>
      </p:sp>
      <p:sp>
        <p:nvSpPr>
          <p:cNvPr id="4" name="Text 2"/>
          <p:cNvSpPr/>
          <p:nvPr/>
        </p:nvSpPr>
        <p:spPr>
          <a:xfrm>
            <a:off x="10012680" y="457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fraca</a:t>
            </a:r>
            <a:endParaRPr lang="en-US" sz="1300" dirty="0"/>
          </a:p>
        </p:txBody>
      </p:sp>
      <p:pic>
        <p:nvPicPr>
          <p:cNvPr id="5" name="Image 0" descr="/tmp/slides/chart_weak_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1143000"/>
            <a:ext cx="6821424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7150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escalabilidade fraca: a eficiência cai suavemente de 1,0 para 0,66.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Paralelizacao do Conjunto de Mandelbrot com MPI</dc:title>
  <dc:subject>PptxGenJS Presentation</dc:subject>
  <dc:creator>Bernardo Zamin; Joao Pedro Sostruznik Sotero da Cunha</dc:creator>
  <cp:lastModifiedBy>Bernardo Zamin; Joao Pedro Sostruznik Sotero da Cunha</cp:lastModifiedBy>
  <cp:revision>1</cp:revision>
  <dcterms:created xsi:type="dcterms:W3CDTF">2026-06-02T16:08:24Z</dcterms:created>
  <dcterms:modified xsi:type="dcterms:W3CDTF">2026-06-02T16:08:24Z</dcterms:modified>
</cp:coreProperties>
</file>